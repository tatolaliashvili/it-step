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2" r:id="rId10"/>
    <p:sldId id="263" r:id="rId11"/>
  </p:sldIdLst>
  <p:sldSz cx="12192000" cy="6858000"/>
  <p:notesSz cx="6858000" cy="9144000"/>
  <p:embeddedFontLst>
    <p:embeddedFont>
      <p:font typeface="FiraGO" panose="020B0803050000020004" pitchFamily="34" charset="0"/>
      <p:regular r:id="rId13"/>
      <p:bold r:id="rId14"/>
      <p:italic r:id="rId15"/>
      <p:boldItalic r:id="rId16"/>
    </p:embeddedFont>
    <p:embeddedFont>
      <p:font typeface="FiraGO Light" panose="020B0403050000020004" pitchFamily="34" charset="0"/>
      <p:regular r:id="rId17"/>
      <p: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3FB3"/>
    <a:srgbClr val="D52A7B"/>
    <a:srgbClr val="FBFBFB"/>
    <a:srgbClr val="6DC034"/>
    <a:srgbClr val="1F51FF"/>
    <a:srgbClr val="0C0C0C"/>
    <a:srgbClr val="F4DA33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FEEA3-6067-A249-E189-D816E1DBB0A0}" v="1" dt="2024-12-05T12:49:58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38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customschemas.google.com/relationships/presentationmetadata" Target="meta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ანი  ჯიჯიაშვილი" userId="S::a.jijiashvili@itstep.ge::8b685a8b-8ec2-4763-abbc-8585d32c0857" providerId="AD" clId="Web-{B7372253-0801-5685-D5D0-11A92FB75483}"/>
    <pc:docChg chg="modSld">
      <pc:chgData name="ანი  ჯიჯიაშვილი" userId="S::a.jijiashvili@itstep.ge::8b685a8b-8ec2-4763-abbc-8585d32c0857" providerId="AD" clId="Web-{B7372253-0801-5685-D5D0-11A92FB75483}" dt="2024-11-11T07:27:38.037" v="0" actId="1076"/>
      <pc:docMkLst>
        <pc:docMk/>
      </pc:docMkLst>
      <pc:sldChg chg="modSp">
        <pc:chgData name="ანი  ჯიჯიაშვილი" userId="S::a.jijiashvili@itstep.ge::8b685a8b-8ec2-4763-abbc-8585d32c0857" providerId="AD" clId="Web-{B7372253-0801-5685-D5D0-11A92FB75483}" dt="2024-11-11T07:27:38.037" v="0" actId="1076"/>
        <pc:sldMkLst>
          <pc:docMk/>
          <pc:sldMk cId="0" sldId="261"/>
        </pc:sldMkLst>
        <pc:picChg chg="mod">
          <ac:chgData name="ანი  ჯიჯიაშვილი" userId="S::a.jijiashvili@itstep.ge::8b685a8b-8ec2-4763-abbc-8585d32c0857" providerId="AD" clId="Web-{B7372253-0801-5685-D5D0-11A92FB75483}" dt="2024-11-11T07:27:38.037" v="0" actId="1076"/>
          <ac:picMkLst>
            <pc:docMk/>
            <pc:sldMk cId="0" sldId="261"/>
            <ac:picMk id="5" creationId="{00000000-0000-0000-0000-000000000000}"/>
          </ac:picMkLst>
        </pc:picChg>
      </pc:sldChg>
    </pc:docChg>
  </pc:docChgLst>
  <pc:docChgLst>
    <pc:chgData name="ანი  ჯიჯიაშვილი" userId="S::a.jijiashvili@itstep.ge::8b685a8b-8ec2-4763-abbc-8585d32c0857" providerId="AD" clId="Web-{13AFEEA3-6067-A249-E189-D816E1DBB0A0}"/>
    <pc:docChg chg="addSld">
      <pc:chgData name="ანი  ჯიჯიაშვილი" userId="S::a.jijiashvili@itstep.ge::8b685a8b-8ec2-4763-abbc-8585d32c0857" providerId="AD" clId="Web-{13AFEEA3-6067-A249-E189-D816E1DBB0A0}" dt="2024-12-05T12:49:58.911" v="0"/>
      <pc:docMkLst>
        <pc:docMk/>
      </pc:docMkLst>
      <pc:sldChg chg="new">
        <pc:chgData name="ანი  ჯიჯიაშვილი" userId="S::a.jijiashvili@itstep.ge::8b685a8b-8ec2-4763-abbc-8585d32c0857" providerId="AD" clId="Web-{13AFEEA3-6067-A249-E189-D816E1DBB0A0}" dt="2024-12-05T12:49:58.911" v="0"/>
        <pc:sldMkLst>
          <pc:docMk/>
          <pc:sldMk cId="66569994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001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280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4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/>
        </p:nvSpPr>
        <p:spPr>
          <a:xfrm>
            <a:off x="720108" y="227876"/>
            <a:ext cx="1333403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400" b="1" cap="all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 </a:t>
            </a:r>
            <a:r>
              <a:rPr lang="en-US" sz="4400" b="1">
                <a:solidFill>
                  <a:srgbClr val="D52A7B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ID </a:t>
            </a:r>
            <a:r>
              <a:rPr lang="ka-GE" sz="4400" b="1">
                <a:solidFill>
                  <a:srgbClr val="D52A7B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და </a:t>
            </a:r>
            <a:r>
              <a:rPr lang="en-US" sz="4400" b="1">
                <a:solidFill>
                  <a:srgbClr val="D52A7B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CLASS - </a:t>
            </a:r>
            <a:r>
              <a:rPr lang="ka-GE" sz="4400" b="1">
                <a:solidFill>
                  <a:srgbClr val="D52A7B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მათი </a:t>
            </a:r>
            <a:r>
              <a:rPr lang="ka-GE" sz="4400" b="1" smtClean="0">
                <a:solidFill>
                  <a:srgbClr val="D52A7B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გამოყენება </a:t>
            </a:r>
            <a:r>
              <a:rPr lang="en-US" sz="4400" b="1" cap="all" smtClean="0">
                <a:solidFill>
                  <a:srgbClr val="FFFF00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/&gt;</a:t>
            </a:r>
            <a:endParaRPr lang="ka-GE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54518" y="1617044"/>
            <a:ext cx="3778586" cy="3985103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942976" y="2087177"/>
            <a:ext cx="3235486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a-GE" sz="2000" b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რა არის </a:t>
            </a:r>
            <a:r>
              <a:rPr lang="en-US" sz="2000" b="1">
                <a:solidFill>
                  <a:srgbClr val="D52A7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ID</a:t>
            </a:r>
            <a:r>
              <a:rPr lang="en-US" sz="2000" b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2000" b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და </a:t>
            </a:r>
            <a:r>
              <a:rPr lang="en-US" sz="2000" b="1">
                <a:solidFill>
                  <a:srgbClr val="D52A7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CLASS</a:t>
            </a:r>
            <a:r>
              <a:rPr lang="en-US" sz="2000" b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000" b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ID</a:t>
            </a:r>
            <a:r>
              <a:rPr lang="en-US" sz="200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 </a:t>
            </a:r>
            <a:r>
              <a:rPr lang="ka-GE" sz="200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უნიკალური იდენტიფიკატორი ერთ ელემენტისთვის.</a:t>
            </a:r>
          </a:p>
          <a:p>
            <a:pPr>
              <a:lnSpc>
                <a:spcPct val="150000"/>
              </a:lnSpc>
            </a:pPr>
            <a:r>
              <a:rPr lang="en-US" sz="2000" b="1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CLASS</a:t>
            </a:r>
            <a:r>
              <a:rPr lang="en-US" sz="200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 </a:t>
            </a:r>
            <a:r>
              <a:rPr lang="ka-GE" sz="2000">
                <a:solidFill>
                  <a:srgbClr val="FBFBFB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გამოყენება შეიძლება ერთზე მეტ ელემენტზე.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770" y="1374856"/>
            <a:ext cx="7486230" cy="49655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 txBox="1"/>
          <p:nvPr/>
        </p:nvSpPr>
        <p:spPr>
          <a:xfrm>
            <a:off x="576800" y="480402"/>
            <a:ext cx="1172096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4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&lt; </a:t>
            </a:r>
            <a:r>
              <a:rPr lang="en-US" sz="3600" b="1">
                <a:solidFill>
                  <a:srgbClr val="D52A7B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Box Model (Margin, Padding, Border, </a:t>
            </a:r>
            <a:r>
              <a:rPr lang="en-US" sz="3600" b="1">
                <a:solidFill>
                  <a:srgbClr val="D52A7B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Content</a:t>
            </a:r>
            <a:r>
              <a:rPr lang="en-US" sz="3600" b="1" smtClean="0">
                <a:solidFill>
                  <a:srgbClr val="D52A7B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)</a:t>
            </a:r>
            <a:r>
              <a:rPr lang="en-US" sz="3600" b="1" cap="all" smtClean="0">
                <a:solidFill>
                  <a:srgbClr val="D52A7B"/>
                </a:solidFill>
                <a:latin typeface="FiraGO" panose="020B0803050000020004" pitchFamily="34" charset="0"/>
                <a:ea typeface="FiraGO" panose="020B0503050000020004" pitchFamily="34" charset="0"/>
                <a:cs typeface="FiraGO" panose="020B0803050000020004" pitchFamily="34" charset="0"/>
                <a:sym typeface="Noto Sans"/>
              </a:rPr>
              <a:t>/&gt;</a:t>
            </a:r>
            <a:endParaRPr lang="ka-GE" sz="3600" b="1" cap="all" dirty="0">
              <a:solidFill>
                <a:srgbClr val="D52A7B"/>
              </a:solidFill>
              <a:latin typeface="FiraGO" panose="020B0803050000020004" pitchFamily="34" charset="0"/>
              <a:ea typeface="FiraGO" panose="020B0503050000020004" pitchFamily="34" charset="0"/>
              <a:cs typeface="FiraGO" panose="020B0803050000020004" pitchFamily="34" charset="0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all" dirty="0"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,</a:t>
            </a: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54518" y="1617044"/>
            <a:ext cx="5336707" cy="456468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ka-GE" sz="2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რა არის </a:t>
            </a:r>
            <a:r>
              <a:rPr lang="en-US" sz="2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Box Model?</a:t>
            </a:r>
          </a:p>
          <a:p>
            <a:r>
              <a:rPr lang="ka-GE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ყველა </a:t>
            </a:r>
            <a:r>
              <a:rPr lang="en-US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HTML </a:t>
            </a:r>
            <a:r>
              <a:rPr lang="ka-GE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ელემენტი წარმოდგენილია როგორც ყუთი.</a:t>
            </a:r>
          </a:p>
          <a:p>
            <a:r>
              <a:rPr lang="en-US" sz="2800" smtClean="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</a:t>
            </a:r>
            <a:r>
              <a:rPr lang="ka-GE" sz="2800" smtClean="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შედგება </a:t>
            </a:r>
            <a:r>
              <a:rPr lang="ka-GE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4 ნაწილისგან:</a:t>
            </a:r>
          </a:p>
          <a:p>
            <a:pPr marL="457200" lvl="3" indent="-45720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Content</a:t>
            </a:r>
            <a:r>
              <a:rPr lang="en-US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(</a:t>
            </a:r>
            <a:r>
              <a:rPr lang="ka-GE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შიგთავსი)</a:t>
            </a:r>
          </a:p>
          <a:p>
            <a:pPr marL="457200" lvl="3" indent="-45720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Padding</a:t>
            </a:r>
            <a:r>
              <a:rPr lang="en-US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(</a:t>
            </a:r>
            <a:r>
              <a:rPr lang="ka-GE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შიგნითა საზღვრები)</a:t>
            </a:r>
          </a:p>
          <a:p>
            <a:pPr marL="457200" lvl="3" indent="-45720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Border</a:t>
            </a:r>
            <a:r>
              <a:rPr lang="en-US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(</a:t>
            </a:r>
            <a:r>
              <a:rPr lang="ka-GE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საზღვარი)</a:t>
            </a:r>
          </a:p>
          <a:p>
            <a:pPr marL="457200" lvl="3" indent="-45720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Margin</a:t>
            </a:r>
            <a:r>
              <a:rPr lang="en-US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(</a:t>
            </a:r>
            <a:r>
              <a:rPr lang="ka-GE" sz="2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გარე საზღვრები)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02" y="2064633"/>
            <a:ext cx="5948698" cy="3236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460686" y="395584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000" b="1" cap="all">
                <a:solidFill>
                  <a:srgbClr val="8F3FB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4000" b="1">
                <a:solidFill>
                  <a:srgbClr val="8F3FB3"/>
                </a:solidFill>
              </a:rPr>
              <a:t>Float </a:t>
            </a:r>
            <a:r>
              <a:rPr lang="ka-GE" sz="4000" b="1">
                <a:solidFill>
                  <a:srgbClr val="8F3FB3"/>
                </a:solidFill>
              </a:rPr>
              <a:t>მარტივი ახსნა და მაგალითები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52137" y="1911823"/>
            <a:ext cx="559057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რა არის float?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გამოიყენება ელემენტების გვერდით განლაგებისთვის.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მთავარ მნიშვნელობები: left, right, none.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ასევე შესაძლებელია float: inherit და float: initial მნიშვნელობების გამოყენება.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FiraGO Light" panose="020B0403050000020004" pitchFamily="34" charset="0"/>
              <a:cs typeface="FiraGO Light" panose="020B04030500000200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836" y="1193157"/>
            <a:ext cx="6563534" cy="241814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75453" y="465920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Float-</a:t>
            </a:r>
            <a:r>
              <a:rPr lang="ka-GE" sz="1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ის გამოყენების რეალური მაგალითი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1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მარცხენა ფლოტი</a:t>
            </a:r>
            <a:r>
              <a:rPr lang="ka-GE" sz="1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(ტექსტი მარცხნივ გასწორებული სურათით)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18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მარჯვენა ფლოტი</a:t>
            </a:r>
            <a:r>
              <a:rPr lang="ka-GE" sz="1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(ტექსტი მარჯვნივ გასწორებული სურათით)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3317979" y="162544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4400" b="1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   </a:t>
            </a:r>
            <a:r>
              <a:rPr lang="ka-GE" sz="4400" b="1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დავალება </a:t>
            </a:r>
            <a:endParaRPr lang="ka-GE" sz="2800" b="1" dirty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3" name="Google Shape;203;p6">
            <a:extLst>
              <a:ext uri="{FF2B5EF4-FFF2-40B4-BE49-F238E27FC236}">
                <a16:creationId xmlns:a16="http://schemas.microsoft.com/office/drawing/2014/main" id="{05001C60-8E57-870C-5D26-A4FE666FCE1F}"/>
              </a:ext>
            </a:extLst>
          </p:cNvPr>
          <p:cNvSpPr txBox="1"/>
          <p:nvPr/>
        </p:nvSpPr>
        <p:spPr>
          <a:xfrm>
            <a:off x="576799" y="4481086"/>
            <a:ext cx="107865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endParaRPr sz="12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8815" y="1308374"/>
            <a:ext cx="1195664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ID და CLASS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შექმენით HTML გვერდი, სადაც იქნება სამი განსხვავებული div ელემენტი id და class ატრიბუტებით.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გამოიყენეთ CSS და მიანიჭეთ თითოეულ class-ს განსხვავებული ფერები და სტილები.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Box Model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შექმენით box model-ის გამოყენებით კონტეინერი, რომელიც შეიცავს padding, margin და border-ს.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შეცვალეთ padding და margin მნიშვნელობები და ნახეთ, როგორ მოქმედებს ისინი ელემენტის განლაგებაზე.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Float (Left/Right)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შექმენით ორი div ელემენტი, ერთი მარცხნივ და მეორე მარჯვნივ float: left; და float: right; გამოყენებით.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დაამატეთ სურათი და ტექსტი გვერდიგვერდ, სადაც სურათი იქნება მარცხნივ (float: left;).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შექმენით ნავიგაციის მენიუ, სადაც ელემენტები იქნება განლაგებული float: left; გამოყენებით.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FiraGO Light" panose="020B0403050000020004" pitchFamily="34" charset="0"/>
              <a:cs typeface="FiraGO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3595771" y="2778423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a-DK" sz="4400" b="1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   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მადლობა &lt;3</a:t>
            </a:r>
            <a:endParaRPr kumimoji="0" lang="ka-GE" sz="2800" b="1" i="0" u="none" strike="noStrike" kern="0" cap="none" spc="0" normalizeH="0" baseline="0" noProof="0" dirty="0">
              <a:ln>
                <a:noFill/>
              </a:ln>
              <a:solidFill>
                <a:srgbClr val="1F51FF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3" name="Google Shape;203;p6">
            <a:extLst>
              <a:ext uri="{FF2B5EF4-FFF2-40B4-BE49-F238E27FC236}">
                <a16:creationId xmlns:a16="http://schemas.microsoft.com/office/drawing/2014/main" id="{05001C60-8E57-870C-5D26-A4FE666FCE1F}"/>
              </a:ext>
            </a:extLst>
          </p:cNvPr>
          <p:cNvSpPr txBox="1"/>
          <p:nvPr/>
        </p:nvSpPr>
        <p:spPr>
          <a:xfrm>
            <a:off x="576799" y="4481086"/>
            <a:ext cx="107865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4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Props1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96338-39D0-4A7C-B477-9F4BB382DDCA}"/>
</file>

<file path=customXml/itemProps3.xml><?xml version="1.0" encoding="utf-8"?>
<ds:datastoreItem xmlns:ds="http://schemas.openxmlformats.org/officeDocument/2006/customXml" ds:itemID="{CA9CC135-CD56-4F8B-921B-D95EF0B22F3D}">
  <ds:schemaRefs>
    <ds:schemaRef ds:uri="http://schemas.microsoft.com/office/2006/metadata/properties"/>
    <ds:schemaRef ds:uri="http://schemas.microsoft.com/office/infopath/2007/PartnerControls"/>
    <ds:schemaRef ds:uri="6641dcd3-7dc6-4696-bf59-c6211389010d"/>
    <ds:schemaRef ds:uri="61bf6615-2d26-442b-9d24-621696d915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264</Words>
  <Application>Microsoft Office PowerPoint</Application>
  <PresentationFormat>Widescreen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FiraGO</vt:lpstr>
      <vt:lpstr>Arial</vt:lpstr>
      <vt:lpstr>Noto Sans</vt:lpstr>
      <vt:lpstr>FiraGO Light</vt:lpstr>
      <vt:lpstr>Calibri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31</cp:revision>
  <dcterms:created xsi:type="dcterms:W3CDTF">2024-10-25T12:59:50Z</dcterms:created>
  <dcterms:modified xsi:type="dcterms:W3CDTF">2025-03-13T08:24:11Z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  <property fmtid="{D5CDD505-2E9C-101B-9397-08002B2CF9AE}" pid="3" name="MediaServiceImageTags">
    <vt:lpwstr/>
  </property>
</Properties>
</file>