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2" r:id="rId14"/>
    <p:sldId id="265" r:id="rId15"/>
  </p:sldIdLst>
  <p:sldSz cx="12192000" cy="6858000"/>
  <p:notesSz cx="6858000" cy="9144000"/>
  <p:embeddedFontLst>
    <p:embeddedFont>
      <p:font typeface="FiraGO" panose="020B0604020202020204" charset="0"/>
      <p:regular r:id="rId17"/>
      <p:bold r:id="rId18"/>
      <p:italic r:id="rId19"/>
      <p:boldItalic r:id="rId20"/>
    </p:embeddedFont>
    <p:embeddedFont>
      <p:font typeface="FiraGO Light" panose="020B060402020202020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3FB3"/>
    <a:srgbClr val="1F51FF"/>
    <a:srgbClr val="F4DA33"/>
    <a:srgbClr val="D52A7B"/>
    <a:srgbClr val="0C0C0C"/>
    <a:srgbClr val="6DC034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E5D2E-CB6A-285A-89B7-E939E5687F4B}" v="1" dt="2024-11-22T15:09:0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ანი ბეროშვილი" userId="S::a.beroshvili@itstep.ge::f333310d-ff13-44fe-83b8-378f4836cdda" providerId="AD" clId="Web-{C6011B0D-9845-11D0-3559-72EEE532B6A4}"/>
    <pc:docChg chg="modSld">
      <pc:chgData name="ანი ბეროშვილი" userId="S::a.beroshvili@itstep.ge::f333310d-ff13-44fe-83b8-378f4836cdda" providerId="AD" clId="Web-{C6011B0D-9845-11D0-3559-72EEE532B6A4}" dt="2024-11-03T13:10:44.406" v="14" actId="14100"/>
      <pc:docMkLst>
        <pc:docMk/>
      </pc:docMkLst>
      <pc:sldChg chg="addSp modSp">
        <pc:chgData name="ანი ბეროშვილი" userId="S::a.beroshvili@itstep.ge::f333310d-ff13-44fe-83b8-378f4836cdda" providerId="AD" clId="Web-{C6011B0D-9845-11D0-3559-72EEE532B6A4}" dt="2024-11-03T13:10:44.406" v="14" actId="14100"/>
        <pc:sldMkLst>
          <pc:docMk/>
          <pc:sldMk cId="0" sldId="260"/>
        </pc:sldMkLst>
        <pc:picChg chg="add mod">
          <ac:chgData name="ანი ბეროშვილი" userId="S::a.beroshvili@itstep.ge::f333310d-ff13-44fe-83b8-378f4836cdda" providerId="AD" clId="Web-{C6011B0D-9845-11D0-3559-72EEE532B6A4}" dt="2024-11-03T13:10:44.406" v="14" actId="14100"/>
          <ac:picMkLst>
            <pc:docMk/>
            <pc:sldMk cId="0" sldId="260"/>
            <ac:picMk id="3" creationId="{A1C8A08D-0DD6-74D9-B562-5800046230AE}"/>
          </ac:picMkLst>
        </pc:picChg>
        <pc:picChg chg="add mod">
          <ac:chgData name="ანი ბეროშვილი" userId="S::a.beroshvili@itstep.ge::f333310d-ff13-44fe-83b8-378f4836cdda" providerId="AD" clId="Web-{C6011B0D-9845-11D0-3559-72EEE532B6A4}" dt="2024-11-03T13:10:12.983" v="11" actId="14100"/>
          <ac:picMkLst>
            <pc:docMk/>
            <pc:sldMk cId="0" sldId="260"/>
            <ac:picMk id="4" creationId="{1879A44B-C4B3-17C5-6F83-C03228407197}"/>
          </ac:picMkLst>
        </pc:picChg>
      </pc:sldChg>
    </pc:docChg>
  </pc:docChgLst>
  <pc:docChgLst>
    <pc:chgData name="ანი  ჯიჯიაშვილი" userId="S::a.jijiashvili@itstep.ge::8b685a8b-8ec2-4763-abbc-8585d32c0857" providerId="AD" clId="Web-{1B3E5D2E-CB6A-285A-89B7-E939E5687F4B}"/>
    <pc:docChg chg="modSld">
      <pc:chgData name="ანი  ჯიჯიაშვილი" userId="S::a.jijiashvili@itstep.ge::8b685a8b-8ec2-4763-abbc-8585d32c0857" providerId="AD" clId="Web-{1B3E5D2E-CB6A-285A-89B7-E939E5687F4B}" dt="2024-11-22T15:09:04.954" v="0" actId="1076"/>
      <pc:docMkLst>
        <pc:docMk/>
      </pc:docMkLst>
      <pc:sldChg chg="modSp">
        <pc:chgData name="ანი  ჯიჯიაშვილი" userId="S::a.jijiashvili@itstep.ge::8b685a8b-8ec2-4763-abbc-8585d32c0857" providerId="AD" clId="Web-{1B3E5D2E-CB6A-285A-89B7-E939E5687F4B}" dt="2024-11-22T15:09:04.954" v="0" actId="1076"/>
        <pc:sldMkLst>
          <pc:docMk/>
          <pc:sldMk cId="0" sldId="257"/>
        </pc:sldMkLst>
        <pc:picChg chg="mod">
          <ac:chgData name="ანი  ჯიჯიაშვილი" userId="S::a.jijiashvili@itstep.ge::8b685a8b-8ec2-4763-abbc-8585d32c0857" providerId="AD" clId="Web-{1B3E5D2E-CB6A-285A-89B7-E939E5687F4B}" dt="2024-11-22T15:09:04.954" v="0" actId="1076"/>
          <ac:picMkLst>
            <pc:docMk/>
            <pc:sldMk cId="0" sldId="257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4805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8553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934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web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dirty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4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4" r="17944"/>
          <a:stretch>
            <a:fillRect/>
          </a:stretch>
        </p:blipFill>
        <p:spPr>
          <a:xfrm>
            <a:off x="6405033" y="1617663"/>
            <a:ext cx="5245100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501811" y="4625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en-US" sz="4400" dirty="0">
                <a:solidFill>
                  <a:srgbClr val="1F51FF"/>
                </a:solidFill>
              </a:rPr>
              <a:t>CSS-</a:t>
            </a:r>
            <a:r>
              <a:rPr lang="ka-GE" sz="4400" dirty="0">
                <a:solidFill>
                  <a:srgbClr val="1F51FF"/>
                </a:solidFill>
              </a:rPr>
              <a:t>ის თვისებები </a:t>
            </a:r>
            <a:r>
              <a:rPr lang="ka-GE" sz="4400" b="1" dirty="0">
                <a:solidFill>
                  <a:srgbClr val="FFFF00"/>
                </a:solidFill>
              </a:rPr>
              <a:t>*/</a:t>
            </a:r>
            <a:endParaRPr lang="ka-GE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75436" y="1865955"/>
            <a:ext cx="506593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CSS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ძირითადი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თვისებები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font-size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font-weight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color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background-color,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F51FF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ტექსტების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მართვა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CSS-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საშუალებით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font-style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text-align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text-decoration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ფონტების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ჩაშენება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სხვადასხვა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რესურსებიდან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მაგ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Google Fonts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ელემენტების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ჩვენების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ტიპები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inline-block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block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ზომების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მითითება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height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width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ზომის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ერთეულები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CSS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ში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–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rem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vh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vw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576800" y="523945"/>
            <a:ext cx="1172096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4400" b="1" cap="all" dirty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 </a:t>
            </a:r>
            <a:r>
              <a:rPr lang="en-US" sz="4400" b="1" cap="all" dirty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4400" dirty="0">
                <a:solidFill>
                  <a:srgbClr val="1F51FF"/>
                </a:solidFill>
              </a:rPr>
              <a:t>ძირითადი </a:t>
            </a:r>
            <a:r>
              <a:rPr lang="en-US" sz="4400" dirty="0">
                <a:solidFill>
                  <a:srgbClr val="1F51FF"/>
                </a:solidFill>
              </a:rPr>
              <a:t>CSS </a:t>
            </a:r>
            <a:r>
              <a:rPr lang="ka-GE" sz="4400" dirty="0">
                <a:solidFill>
                  <a:srgbClr val="1F51FF"/>
                </a:solidFill>
              </a:rPr>
              <a:t>თვისებები </a:t>
            </a:r>
            <a:r>
              <a:rPr lang="ka-GE" sz="4400" b="1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endParaRPr lang="ka-GE" sz="4400" b="1" cap="all" dirty="0">
              <a:solidFill>
                <a:srgbClr val="D52A7B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a-GE" b="1" cap="all" dirty="0"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54518" y="1617044"/>
            <a:ext cx="5336707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" t="-21016" r="21330" b="-15916"/>
          <a:stretch/>
        </p:blipFill>
        <p:spPr>
          <a:xfrm>
            <a:off x="6200775" y="1617663"/>
            <a:ext cx="5337175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32718" y="2330325"/>
            <a:ext cx="43470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font-size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font-weight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სისქე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color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ფერი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background-color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ფონის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ფერი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opacity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გამჭვირვალობა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595E6D-2DCD-D5BE-5ECA-C418628EC889}"/>
              </a:ext>
            </a:extLst>
          </p:cNvPr>
          <p:cNvSpPr/>
          <p:nvPr/>
        </p:nvSpPr>
        <p:spPr>
          <a:xfrm>
            <a:off x="0" y="3247720"/>
            <a:ext cx="12192000" cy="3610280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576800" y="337527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000" dirty="0">
                <a:solidFill>
                  <a:srgbClr val="D52A7B"/>
                </a:solidFill>
              </a:rPr>
              <a:t>/*</a:t>
            </a:r>
            <a:r>
              <a:rPr lang="en-US" sz="4000" b="1" cap="all" dirty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000" dirty="0">
                <a:solidFill>
                  <a:srgbClr val="1F51FF"/>
                </a:solidFill>
              </a:rPr>
              <a:t>ტექსტების მართვა </a:t>
            </a:r>
            <a:r>
              <a:rPr lang="en-US" sz="4000" dirty="0">
                <a:solidFill>
                  <a:srgbClr val="1F51FF"/>
                </a:solidFill>
              </a:rPr>
              <a:t>CSS-</a:t>
            </a:r>
            <a:r>
              <a:rPr lang="ka-GE" sz="4000" dirty="0">
                <a:solidFill>
                  <a:srgbClr val="1F51FF"/>
                </a:solidFill>
              </a:rPr>
              <a:t>ის საშუალებით </a:t>
            </a:r>
            <a:r>
              <a:rPr lang="ka-GE" sz="4000" dirty="0">
                <a:solidFill>
                  <a:srgbClr val="D52A7B"/>
                </a:solidFill>
              </a:rPr>
              <a:t>*/</a:t>
            </a:r>
            <a:endParaRPr sz="4000" cap="all" dirty="0">
              <a:solidFill>
                <a:srgbClr val="D52A7B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76800" y="1407903"/>
            <a:ext cx="9147771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Font-style: </a:t>
            </a:r>
            <a:r>
              <a:rPr lang="en-US" sz="2000" dirty="0" err="1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ტექსტი</a:t>
            </a:r>
            <a:r>
              <a:rPr lang="ka-GE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ს სტილი</a:t>
            </a:r>
            <a:r>
              <a:rPr lang="en-US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 (</a:t>
            </a:r>
            <a:r>
              <a:rPr lang="en-US" sz="2000" dirty="0" err="1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მაგ</a:t>
            </a:r>
            <a:r>
              <a:rPr lang="en-US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. </a:t>
            </a:r>
            <a:r>
              <a:rPr 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Italic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  <a:endParaRPr sz="20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dirty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Text-align: </a:t>
            </a:r>
            <a:r>
              <a:rPr lang="ka-GE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 გასწორება </a:t>
            </a:r>
            <a:r>
              <a:rPr lang="ka-GE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(მაგ. </a:t>
            </a:r>
            <a:r>
              <a:rPr lang="en-US" sz="2000" dirty="0">
                <a:solidFill>
                  <a:srgbClr val="8F3FB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center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left</a:t>
            </a:r>
            <a:r>
              <a:rPr 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  <a:endParaRPr sz="20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Text-decoration</a:t>
            </a:r>
            <a:r>
              <a:rPr lang="en-US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: </a:t>
            </a:r>
            <a:r>
              <a:rPr lang="ka-GE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ტექსტის ხაზგასმა </a:t>
            </a:r>
            <a:r>
              <a:rPr lang="en-US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 (</a:t>
            </a:r>
            <a:r>
              <a:rPr lang="en-US" sz="2000" dirty="0" err="1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მაგ</a:t>
            </a:r>
            <a:r>
              <a:rPr lang="en-US" sz="2000" dirty="0">
                <a:solidFill>
                  <a:schemeClr val="lt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. </a:t>
            </a:r>
            <a:r>
              <a:rPr lang="en-US" sz="2000" dirty="0">
                <a:solidFill>
                  <a:srgbClr val="C0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underline</a:t>
            </a:r>
            <a:r>
              <a:rPr lang="en-US" sz="1600" dirty="0">
                <a:solidFill>
                  <a:schemeClr val="lt1"/>
                </a:solidFill>
                <a:latin typeface="FiraGO Light" panose="020B0403050000020004" pitchFamily="34" charset="0"/>
                <a:ea typeface="FiraGO Light" panose="020B0403050000020004" pitchFamily="34" charset="0"/>
                <a:cs typeface="FiraGO Light" panose="020B0403050000020004" pitchFamily="34" charset="0"/>
                <a:sym typeface="Arial"/>
              </a:rPr>
              <a:t>)</a:t>
            </a:r>
            <a:endParaRPr dirty="0"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" t="624" r="9677" b="-624"/>
          <a:stretch/>
        </p:blipFill>
        <p:spPr>
          <a:xfrm>
            <a:off x="0" y="3248025"/>
            <a:ext cx="12192000" cy="37084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234BCB-6E45-A17D-17ED-8D5456985B67}"/>
              </a:ext>
            </a:extLst>
          </p:cNvPr>
          <p:cNvSpPr/>
          <p:nvPr/>
        </p:nvSpPr>
        <p:spPr>
          <a:xfrm>
            <a:off x="0" y="-190498"/>
            <a:ext cx="12192001" cy="4400550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76800" y="4433923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&lt;</a:t>
            </a:r>
            <a:r>
              <a:rPr lang="ka-GE" sz="3600" dirty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სხვადასხვა რესურსიდან ფონტების ჩაშენება</a:t>
            </a:r>
            <a:r>
              <a:rPr lang="en-US" sz="44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&gt;</a:t>
            </a:r>
            <a:endParaRPr sz="4400" b="1" dirty="0">
              <a:solidFill>
                <a:srgbClr val="F4DA33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76800" y="5136689"/>
            <a:ext cx="1078652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როგორ გამოვიყენოთ ფონტები </a:t>
            </a:r>
            <a:r>
              <a:rPr 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Google Fonts-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დან</a:t>
            </a:r>
            <a:r>
              <a:rPr lang="en-US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 </a:t>
            </a:r>
            <a:endParaRPr lang="ka-GE"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  <a:p>
            <a:pPr marL="285750" lvl="0" indent="-285750">
              <a:lnSpc>
                <a:spcPct val="20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ფონტების ჩაშენება და გამოყენება </a:t>
            </a:r>
            <a:r>
              <a:rPr lang="en-US" sz="18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HTML-</a:t>
            </a:r>
            <a:r>
              <a:rPr lang="ka-GE" sz="18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ში</a:t>
            </a:r>
            <a:endParaRPr sz="18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11" b="13911"/>
          <a:stretch>
            <a:fillRect/>
          </a:stretch>
        </p:blipFill>
        <p:spPr>
          <a:xfrm>
            <a:off x="-1588" y="-190500"/>
            <a:ext cx="12193588" cy="4400550"/>
          </a:xfrm>
          <a:prstGeom prst="roundRect">
            <a:avLst>
              <a:gd name="adj" fmla="val 4928"/>
            </a:avLst>
          </a:prstGeom>
          <a:noFill/>
          <a:ln>
            <a:noFill/>
          </a:ln>
        </p:spPr>
      </p:pic>
      <p:pic>
        <p:nvPicPr>
          <p:cNvPr id="3" name="Picture 2" descr="A red background with white text&#10;&#10;Description automatically generated">
            <a:extLst>
              <a:ext uri="{FF2B5EF4-FFF2-40B4-BE49-F238E27FC236}">
                <a16:creationId xmlns:a16="http://schemas.microsoft.com/office/drawing/2014/main" id="{A1C8A08D-0DD6-74D9-B562-580004623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10" y="-186239"/>
            <a:ext cx="12195007" cy="1986714"/>
          </a:xfrm>
          <a:prstGeom prst="rect">
            <a:avLst/>
          </a:prstGeom>
        </p:spPr>
      </p:pic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879A44B-C4B3-17C5-6F83-C03228407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6" y="1505944"/>
            <a:ext cx="12192000" cy="270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/>
        </p:nvSpPr>
        <p:spPr>
          <a:xfrm>
            <a:off x="576800" y="523945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a-GE" sz="4400" b="1" dirty="0">
                <a:solidFill>
                  <a:srgbClr val="1F51FF"/>
                </a:solidFill>
              </a:rPr>
              <a:t>/*</a:t>
            </a:r>
            <a:r>
              <a:rPr lang="ka-GE" sz="4400" dirty="0">
                <a:solidFill>
                  <a:srgbClr val="1F51FF"/>
                </a:solidFill>
              </a:rPr>
              <a:t> ელემენტების განლაგების ფორმები </a:t>
            </a:r>
            <a:r>
              <a:rPr lang="ka-GE" sz="4400" b="1" dirty="0">
                <a:solidFill>
                  <a:srgbClr val="1F51FF"/>
                </a:solidFill>
              </a:rPr>
              <a:t>*/</a:t>
            </a:r>
            <a:endParaRPr sz="44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2416E8-0EC6-6174-FEE2-0D4CD7EF6A12}"/>
              </a:ext>
            </a:extLst>
          </p:cNvPr>
          <p:cNvSpPr/>
          <p:nvPr/>
        </p:nvSpPr>
        <p:spPr>
          <a:xfrm>
            <a:off x="702737" y="2836573"/>
            <a:ext cx="10786526" cy="3497481"/>
          </a:xfrm>
          <a:prstGeom prst="roundRect">
            <a:avLst>
              <a:gd name="adj" fmla="val 5767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9" t="-5024" r="262" b="-3556"/>
          <a:stretch/>
        </p:blipFill>
        <p:spPr>
          <a:xfrm>
            <a:off x="703263" y="2836863"/>
            <a:ext cx="10785475" cy="3497262"/>
          </a:xfrm>
          <a:prstGeom prst="roundRect">
            <a:avLst>
              <a:gd name="adj" fmla="val 5918"/>
            </a:avLst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95422" y="1507811"/>
            <a:ext cx="849783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4DA3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გვერდითი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ტექსტის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მიხედვით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იკავებს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inline-block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ჰიბრიდი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ელემენტების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მთლიან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ხაზს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იკავებს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1" y="4625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400" dirty="0">
                <a:solidFill>
                  <a:srgbClr val="1F51FF"/>
                </a:solidFill>
              </a:rPr>
              <a:t>ზომების მითითება </a:t>
            </a:r>
            <a:r>
              <a:rPr lang="en-US" sz="4400" dirty="0">
                <a:solidFill>
                  <a:srgbClr val="8F3FB3"/>
                </a:solidFill>
              </a:rPr>
              <a:t>CSS-</a:t>
            </a:r>
            <a:r>
              <a:rPr lang="ka-GE" sz="4400" dirty="0">
                <a:solidFill>
                  <a:srgbClr val="1F51FF"/>
                </a:solidFill>
              </a:rPr>
              <a:t>ში 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/>
                <a:sym typeface="Arial"/>
              </a:rPr>
              <a:t>*/</a:t>
            </a: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47919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5436" y="3253070"/>
            <a:ext cx="52115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a-GE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width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ელემენტის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სიგანე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endParaRPr kumimoji="0" lang="ka-GE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a-GE" altLang="en-US" sz="2400" b="0" i="0" u="none" strike="noStrike" cap="none" normalizeH="0" baseline="0" dirty="0">
                <a:ln>
                  <a:noFill/>
                </a:ln>
                <a:solidFill>
                  <a:srgbClr val="F4DA3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4DA3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height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ელემენტის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სიმაღლე</a:t>
            </a:r>
            <a:endParaRPr kumimoji="0" lang="ka-GE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" t="-5518" r="61" b="-4492"/>
          <a:stretch/>
        </p:blipFill>
        <p:spPr>
          <a:xfrm>
            <a:off x="6531474" y="1720022"/>
            <a:ext cx="4907416" cy="4385293"/>
          </a:xfrm>
        </p:spPr>
      </p:pic>
    </p:spTree>
    <p:extLst>
      <p:ext uri="{BB962C8B-B14F-4D97-AF65-F5344CB8AC3E}">
        <p14:creationId xmlns:p14="http://schemas.microsoft.com/office/powerpoint/2010/main" val="3470991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1" y="4625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400" dirty="0">
                <a:solidFill>
                  <a:srgbClr val="1F51FF"/>
                </a:solidFill>
              </a:rPr>
              <a:t>ზომის ერთეულები </a:t>
            </a:r>
            <a:r>
              <a:rPr lang="en-US" sz="4400" dirty="0">
                <a:solidFill>
                  <a:srgbClr val="FFFF00"/>
                </a:solidFill>
              </a:rPr>
              <a:t>CSS-</a:t>
            </a:r>
            <a:r>
              <a:rPr lang="ka-GE" sz="4400" dirty="0">
                <a:solidFill>
                  <a:srgbClr val="1F51FF"/>
                </a:solidFill>
              </a:rPr>
              <a:t>ში</a:t>
            </a:r>
            <a:r>
              <a:rPr lang="en-US" sz="4400" dirty="0">
                <a:solidFill>
                  <a:srgbClr val="1F51FF"/>
                </a:solidFill>
              </a:rPr>
              <a:t> 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/>
                <a:sym typeface="Arial"/>
              </a:rPr>
              <a:t>*/</a:t>
            </a: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24091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31089" y="1849084"/>
            <a:ext cx="4700781" cy="4199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px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პიქსელი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სტატიკური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rem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ka-GE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ძირითადი ელემენტის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ზომაზე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დამოკიდებული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ერთეული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მშობლის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ზომაზე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დამოკიდებული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ერთეული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სიმბოლოს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vh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ხედვის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სიმაღლის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vw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ხედვის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სიგანის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F3FB3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პროცენტული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ზომა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" t="-1799" r="63561" b="-3244"/>
          <a:stretch/>
        </p:blipFill>
        <p:spPr>
          <a:xfrm>
            <a:off x="6172823" y="1334778"/>
            <a:ext cx="6019177" cy="5406242"/>
          </a:xfrm>
        </p:spPr>
      </p:pic>
    </p:spTree>
    <p:extLst>
      <p:ext uri="{BB962C8B-B14F-4D97-AF65-F5344CB8AC3E}">
        <p14:creationId xmlns:p14="http://schemas.microsoft.com/office/powerpoint/2010/main" val="2352624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p2"/>
          <p:cNvSpPr txBox="1"/>
          <p:nvPr/>
        </p:nvSpPr>
        <p:spPr>
          <a:xfrm>
            <a:off x="3357305" y="1577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4400" dirty="0">
                <a:solidFill>
                  <a:srgbClr val="1F51FF"/>
                </a:solidFill>
              </a:rPr>
              <a:t>დავალებები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/>
                <a:sym typeface="Arial"/>
              </a:rPr>
              <a:t>*/</a:t>
            </a: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90195" y="1066690"/>
            <a:ext cx="11142482" cy="504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ფონტის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ზომისა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წონის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განსაზღვრა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შექმენით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HTML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დოკუმენტი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სადაც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&lt;p&gt;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მიანიჭებთ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font-size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font-weight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მახასიათებლებს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ფონტის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ფერის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ფერის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შეცვლა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HTML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დოკუმენტში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&lt;h1&gt;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&lt;p&gt;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ელემენტებს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color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background-color.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გამჭვირვალობის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გამოყენება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დაამატეთ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სურათი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ან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ბლოკი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HTML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დოკუმენტში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opacity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მახასიათებელი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რომ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გამჭვირვალე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გახდეს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ტექსტის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სტილი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პოზიციონირება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დაამატეთ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ტექსტი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font-style, text-align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text-decoration,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რომ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სტილში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გამოჩნდეს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სწორად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განლაგდეს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Google Fonts-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ჩაშენება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ჩადეთ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Google Fonts-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იდან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შერჩეული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ფონტი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თქვენს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HTML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დოკუმენტში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გამოიყენეთ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იგი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გარკვეულ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ტექსტზე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Display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ტიპების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გამოყენება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შექმენით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სამი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თითოეულს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განსხვავებული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display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მახასიათებელი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(inline, inline-block, block)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აღწერეთ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განსხვავებები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სიმაღლის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სიგანის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განსაზღვრა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HTML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დოკუმენტში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შექმენით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&lt;div&gt;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height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width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მნიშვნელობები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რომ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განზომილება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შეიცვალოს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ზომის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ერთეულები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ერთსა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იმავე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ელემენტზე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ცადეთ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ერთეული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px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rem,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%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) font-size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width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მახასიათებლებში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ნახეთ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როგორ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იცვლება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შედეგი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საპასუხო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დიზაინი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სიგანეებით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გამოიყენეთ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%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vw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ერთეულები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სიგანის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დასადგენად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შეამოწმეთ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როგორ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გამოიყურება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იგი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ფანჯრის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ზომის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ცვლილებისას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ტექსტის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ფერის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ცვლილება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სხვადასხვა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ელემენტზე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მიანიჭეთ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&lt;h1&gt;, &lt;h2&gt;, &lt;p&gt;,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&lt;div&gt;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ელემენტებს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განსხვავებული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ფერები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ფონი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რომ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გაიგონ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როგორ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მუშაობს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color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background-color.</a:t>
            </a: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3192678" y="2627139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a-DK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მადლობა &lt;3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*/</a:t>
            </a:r>
            <a:endParaRPr kumimoji="0" lang="ka-GE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739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customXml/itemProps2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C42A73-21E3-4C2F-AE42-74F3BE68BB14}"/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528</Words>
  <Application>Microsoft Office PowerPoint</Application>
  <PresentationFormat>Widescreen</PresentationFormat>
  <Paragraphs>59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38</cp:revision>
  <dcterms:created xsi:type="dcterms:W3CDTF">2024-10-25T12:59:50Z</dcterms:created>
  <dcterms:modified xsi:type="dcterms:W3CDTF">2024-11-22T15:09:05Z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  <property fmtid="{D5CDD505-2E9C-101B-9397-08002B2CF9AE}" pid="3" name="MediaServiceImageTags">
    <vt:lpwstr/>
  </property>
</Properties>
</file>